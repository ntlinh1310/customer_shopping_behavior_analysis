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ibre Baskerville"/>
      <p:regular r:id="rId15"/>
    </p:embeddedFont>
    <p:embeddedFont>
      <p:font typeface="Libre Baskerville Bold"/>
      <p:regular r:id="rId16"/>
    </p:embeddedFont>
    <p:embeddedFont>
      <p:font typeface="DM Sans"/>
      <p:regular r:id="rId17"/>
    </p:embeddedFont>
    <p:embeddedFont>
      <p:font typeface="DM Sans Bold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purchases — 18 columns — goal: uncover spending patterns, segments, preferences,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32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88852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0353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41885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Rows: 3,900 · Columns: 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88852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0353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3418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Demographics, purchase details, behavior, subscription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2303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5368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missing values in Review Rating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393" y="339923"/>
            <a:ext cx="486221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(Python)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26393" y="125834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26393" y="1451074"/>
            <a:ext cx="4862215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426393" y="154052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Inspect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6393" y="1793677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df.info(), .describe()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6393" y="2170807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6393" y="2363539"/>
            <a:ext cx="4862215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426393" y="2452985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6393" y="2706142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 review ratings by category median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6393" y="3083272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6393" y="3276005"/>
            <a:ext cx="4862215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426393" y="336545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26393" y="3618607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age_group, purchase_frequency_days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6393" y="399573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6393" y="4188470"/>
            <a:ext cx="4862215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426393" y="427791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Finalize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26393" y="4531072"/>
            <a:ext cx="4862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promo_code_used, snake_case columns, load to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429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 Key Findings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30797"/>
            <a:ext cx="571798" cy="571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330797"/>
            <a:ext cx="1790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637309"/>
            <a:ext cx="18501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 75,191 · Male: 157,890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330797"/>
            <a:ext cx="571798" cy="571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330797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High-Spending Discount Users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858765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rows identified — many above-average spends despite discounts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330797"/>
            <a:ext cx="571798" cy="571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3307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637309"/>
            <a:ext cx="18501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3.86 · Sandals 3.84 · Boots 3.82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6776"/>
            <a:ext cx="518524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&amp; Shipping Insights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349" y="1529730"/>
            <a:ext cx="2673028" cy="267302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3929" y="1121346"/>
            <a:ext cx="326678" cy="3266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53929" y="1598563"/>
            <a:ext cx="184807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Comparison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3453929" y="1923157"/>
            <a:ext cx="52374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avg $58.46 · Express avg $60.48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3929" y="2364953"/>
            <a:ext cx="326678" cy="3266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53929" y="2842171"/>
            <a:ext cx="175937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3453929" y="3166765"/>
            <a:ext cx="52374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Top: Hat 50% · Sneakers 49.66% · Coat 49.07%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3929" y="3608561"/>
            <a:ext cx="326678" cy="3266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53929" y="4085779"/>
            <a:ext cx="217601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3453929" y="4410373"/>
            <a:ext cx="52374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Accessories: Jewelry, Sunglasses, Belt · Clothing: Blouse, Pants, Shirt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46671"/>
            <a:ext cx="48824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002259"/>
            <a:ext cx="2290465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1487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455292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2002259"/>
            <a:ext cx="2290539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14878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455292"/>
            <a:ext cx="19974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970386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1169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423419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6308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62906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marketing on Young Adult &amp; Middle-aged segments — top revenue contributors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~$59.76 · Avg rating 3.75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0998"/>
            <a:ext cx="55532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47502"/>
            <a:ext cx="1931566" cy="1303213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447502"/>
            <a:ext cx="76200" cy="1303213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608311"/>
            <a:ext cx="15527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136279"/>
            <a:ext cx="155279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9443" y="1447502"/>
            <a:ext cx="1931640" cy="1303213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0393" y="1447502"/>
            <a:ext cx="76200" cy="1303213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2787402" y="1608311"/>
            <a:ext cx="155287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87402" y="2136279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loyalty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2842" y="1447502"/>
            <a:ext cx="1931640" cy="1303213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3792" y="1447502"/>
            <a:ext cx="76200" cy="1303213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4860801" y="1608311"/>
            <a:ext cx="155287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60801" y="2136279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promotions with margins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16241" y="1447502"/>
            <a:ext cx="1931640" cy="1303213"/>
          </a:xfrm>
          <a:prstGeom prst="roundRect">
            <a:avLst>
              <a:gd name="adj" fmla="val 7017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7191" y="1447502"/>
            <a:ext cx="76200" cy="1303213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6934200" y="1608311"/>
            <a:ext cx="155287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934200" y="2136279"/>
            <a:ext cx="15528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6119" y="2892475"/>
            <a:ext cx="1931566" cy="1530028"/>
          </a:xfrm>
          <a:prstGeom prst="roundRect">
            <a:avLst>
              <a:gd name="adj" fmla="val 5976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069" y="2892475"/>
            <a:ext cx="76200" cy="1530028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14077" y="3053283"/>
            <a:ext cx="155279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4077" y="3581251"/>
            <a:ext cx="155279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2026-05-25T11:00:26Z</dcterms:created>
  <dcterms:modified xsi:type="dcterms:W3CDTF">2026-05-25T11:00:26Z</dcterms:modified>
</cp:coreProperties>
</file>